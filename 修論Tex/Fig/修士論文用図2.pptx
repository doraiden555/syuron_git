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1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70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587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623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6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01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24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97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30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39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85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01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3DCF2-CAD4-443F-87AF-E6CD74DEA124}" type="datetimeFigureOut">
              <a:rPr kumimoji="1" lang="ja-JP" altLang="en-US" smtClean="0"/>
              <a:t>2018/2/6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D5DAA-3D5D-4924-897A-F3B6E74A4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19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707190" y="-171400"/>
            <a:ext cx="5440731" cy="7560000"/>
            <a:chOff x="1707190" y="-171400"/>
            <a:chExt cx="5440731" cy="75600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0670" y="-171400"/>
              <a:ext cx="5437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618" y="2348600"/>
              <a:ext cx="5439875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190" y="4868600"/>
              <a:ext cx="5439875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46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759688" y="-189041"/>
            <a:ext cx="5598751" cy="7560000"/>
            <a:chOff x="1759688" y="-189041"/>
            <a:chExt cx="5598751" cy="75600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-189041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9688" y="2330959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9688" y="4850959"/>
              <a:ext cx="5598250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6632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616172" y="-603448"/>
            <a:ext cx="5598251" cy="7560000"/>
            <a:chOff x="1616172" y="-603448"/>
            <a:chExt cx="5598251" cy="7560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672" y="-603448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172" y="1916552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672" y="4436552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3128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2339752" y="-171400"/>
            <a:ext cx="5598251" cy="7560000"/>
            <a:chOff x="2339752" y="-171400"/>
            <a:chExt cx="5598251" cy="75600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-171400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2348600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4868600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6064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879201" y="-315416"/>
            <a:ext cx="5598252" cy="7560000"/>
            <a:chOff x="1879201" y="-315416"/>
            <a:chExt cx="5598252" cy="7560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202" y="-315416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2702" y="2204584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201" y="4724584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94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506091" y="-648912"/>
            <a:ext cx="5613601" cy="7560000"/>
            <a:chOff x="1506091" y="-648912"/>
            <a:chExt cx="5613601" cy="75600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6091" y="-648912"/>
              <a:ext cx="5606037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3877" y="1871088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942" y="4391088"/>
              <a:ext cx="5594750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21543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976211" y="-747464"/>
            <a:ext cx="5598252" cy="7560000"/>
            <a:chOff x="1976211" y="-747464"/>
            <a:chExt cx="5598252" cy="7560000"/>
          </a:xfrm>
        </p:grpSpPr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-747464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212" y="1772536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211" y="4292536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6061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691679" y="-819472"/>
            <a:ext cx="5598252" cy="7560000"/>
            <a:chOff x="1691679" y="-819472"/>
            <a:chExt cx="5598252" cy="756000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-819472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1700528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79" y="4220528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9247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761937" y="-603448"/>
            <a:ext cx="5600002" cy="7560000"/>
            <a:chOff x="1761937" y="-603448"/>
            <a:chExt cx="5600002" cy="756000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-603448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1937" y="1916552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4436552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98207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904204" y="-603448"/>
            <a:ext cx="5601751" cy="7560000"/>
            <a:chOff x="1904204" y="-603448"/>
            <a:chExt cx="5601751" cy="756000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704" y="-603448"/>
              <a:ext cx="55947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4204" y="1916552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704" y="4436552"/>
              <a:ext cx="5598251" cy="25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0068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画面に合わせる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1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Windows ユーザー</dc:creator>
  <cp:lastModifiedBy>Windows ユーザー</cp:lastModifiedBy>
  <cp:revision>8</cp:revision>
  <dcterms:created xsi:type="dcterms:W3CDTF">2018-02-05T13:34:07Z</dcterms:created>
  <dcterms:modified xsi:type="dcterms:W3CDTF">2018-02-06T02:34:34Z</dcterms:modified>
</cp:coreProperties>
</file>